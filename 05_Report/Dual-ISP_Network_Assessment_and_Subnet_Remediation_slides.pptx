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independently provisioned ISP services, each on its own gateway, both left on the vendor default 192.168.0.0/24 with gateway 192.168.0.1. A NAS sat in both networks at once. Nothing was down, which is exactly why it survived so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consumer-grade. The value of the project is not the hardware; it is that the address-plan defect is a real one that appears in enterprise environments after mergers and over VPN.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ordering: the management-plane risk is the one that can actually destroy something, because you can reconfigure the wrong router without ever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argument for periodic assessment of environments believed to be working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one that earns its keep: ARP recovers hosts a pure ping sweep would miss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implementations emit the same artifact set, which is what makes the three inventories directly comparable in the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slide. If a discovery tool throws away MAC data, it cannot detect this entire class of defect.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list is wrong. Each is a complete view of one broadcast domain. The comparison, not either inventory, is the diagnostic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Interviewers respond well to this slide. It shows a hypothesis being tested and dropped rather than a tidy narrative assembled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able to say why the obvious fixes are wrong is worth more than the fix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 A was left alone. 192.168.0.0/24 is still the most common home prefix in existence, so moving it too is a reasonable follow-up if VPN collisions become an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why the two networks still cannot see each other, the answer is that this was a design requirement, not a leftover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unidentified hosts used locally administered MACs, consistent with mobile address randomization — those have to be resolved through the gateway client table, not through scanning.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inventory presented without its false-negative profile invites overinterpretation. This slide is the reason the rest of the deck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 blocks items 2 and 3 — everything downstream needs the post-change data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general lesson rather than on the specific fix — the fix is trivial, the reasoning is what transfers.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Dual-ISP Network Assessment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Subnet Remediation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31546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Multi-vantage-point discovery, overlapping RFC 1918 remediation, and dual-homed NAS reconfiguration across two independent residential ISP links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5029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Vijaysingh Puwar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53492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Cybersecurity · Seidenberg School of CSIS · Pace 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01000" y="196596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1C3145"/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532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A   192.168.0.1/24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B   192.168.0.1/24</a:t>
            </a:r>
            <a:endParaRPr lang="en-US" sz="125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physical networks</a:t>
            </a:r>
            <a:endParaRPr lang="en-US" sz="1250" dirty="0"/>
          </a:p>
          <a:p>
            <a:pPr indent="0" marL="0">
              <a:buNone/>
            </a:pPr>
            <a:r>
              <a:rPr lang="en-US" sz="1200" i="1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address plan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hardware, two routed domains, one appliance in both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8620" y="18745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" y="2011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7150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ISP services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3101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terminated on its own gateway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4700" y="18745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4700" y="2011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9758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gateways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97580" y="33101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vendor-default address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8745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0780" y="2011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37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2366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NAS, dual-homed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3660" y="33101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in each domain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66860" y="18745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2011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34974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vantage points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49740" y="33101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both domains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" y="4343400"/>
            <a:ext cx="11384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" y="48463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Archer AX53 (Gateway A)  ·  TP-Link Archer AX10 (Gateway B, PPPoE WAN)  ·  Synology DS423+ (dual NIC, 1 Gb/s each)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unmanaged switches  ·  Windows 11 workstation  ·  two Mac minis  ·  an unenumerated population of wireless clients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address plan, two networks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gateways shipped with the same default and were never 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BEEE0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A     192.168.0.1/24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B     192.168.0.1/24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1     192.168.0.2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2     192.168.0.242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          active on both, overlapping scopes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 at Layer 2. Logically indistinguishable at Layer 3.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8076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actually costs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233172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management plane — both gateways answer at 192.168.0.1, so a config change can land on the wrong device with no warning.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collision under DHCP — two servers lease from overlapping ranges and neither can detect the other's conflicts.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routing on the multi-homed NAS — two interfaces with no prefix-based basis for selection.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diagnosability — inventories disagree, and the obvious explanations all point away from the real fault.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never looked like a defect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was internally consistent, so nothing ever broke.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21408"/>
            <a:ext cx="512064" cy="512064"/>
          </a:xfrm>
          <a:prstGeom prst="ellipse">
            <a:avLst/>
          </a:prstGeom>
          <a:solidFill>
            <a:srgbClr val="FBEE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34086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reached the internet and its own local peers. There was no failure to report, so there was no trigger to investigate.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127248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19856"/>
            <a:ext cx="512064" cy="512064"/>
          </a:xfrm>
          <a:prstGeom prst="ellipse">
            <a:avLst/>
          </a:prstGeom>
          <a:solidFill>
            <a:srgbClr val="FBEEE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invited the wrong diagnosis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that could not reach each other while apparently sharing a subnet reads as client isolation or a firewall policy — both of which lead troubleshooting away from the address plan.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18304"/>
            <a:ext cx="512064" cy="512064"/>
          </a:xfrm>
          <a:prstGeom prst="ellipse">
            <a:avLst/>
          </a:prstGeom>
          <a:solidFill>
            <a:srgbClr val="FB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18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608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contradicted itself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9377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from different machines returned different device lists for the same declared network, which looks like tooling error rather than evidence.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3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address-plan defects are not found during quiet periods. They are found under time pressure, during an unrelated change.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logical pipeline, implemented twice, so heterogeneous results stay comparable.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1772" y="187452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103120"/>
            <a:ext cx="512064" cy="512064"/>
          </a:xfrm>
          <a:prstGeom prst="ellipse">
            <a:avLst/>
          </a:prstGeom>
          <a:solidFill>
            <a:srgbClr val="12202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8076" y="27432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8076" y="3456432"/>
            <a:ext cx="1764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adapters, prefixes, routes and gateways read from the OS; candidate targets derived from connected RFC 1918 interfaces.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37460" y="3246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56916" y="187452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9584" y="2103120"/>
            <a:ext cx="512064" cy="512064"/>
          </a:xfrm>
          <a:prstGeom prst="ellipse">
            <a:avLst/>
          </a:prstGeom>
          <a:solidFill>
            <a:srgbClr val="1220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03220" y="27432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03220" y="3456432"/>
            <a:ext cx="1764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address in the candidate prefix probed concurrently with a bounded timeout.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2604" y="3246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52060" y="187452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2103120"/>
            <a:ext cx="512064" cy="512064"/>
          </a:xfrm>
          <a:prstGeom prst="ellipse">
            <a:avLst/>
          </a:prstGeom>
          <a:solidFill>
            <a:srgbClr val="122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98364" y="27432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98364" y="3456432"/>
            <a:ext cx="1764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cache read after the sweep and merged in, recovering hosts that suppressed ICMP but answered Layer 2.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27748" y="3246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47204" y="187452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103120"/>
            <a:ext cx="512064" cy="512064"/>
          </a:xfrm>
          <a:prstGeom prst="ellipse">
            <a:avLst/>
          </a:prstGeom>
          <a:solidFill>
            <a:srgbClr val="12202E"/>
          </a:solidFill>
          <a:ln/>
        </p:spPr>
      </p:sp>
      <p:sp>
        <p:nvSpPr>
          <p:cNvPr id="24" name="Text 22"/>
          <p:cNvSpPr/>
          <p:nvPr/>
        </p:nvSpPr>
        <p:spPr>
          <a:xfrm>
            <a:off x="811987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93508" y="27432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93508" y="3456432"/>
            <a:ext cx="1764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common TCP ports tested against each responder with a short connect timeout.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22892" y="3246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42348" y="1874520"/>
            <a:ext cx="2057400" cy="3246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15016" y="2103120"/>
            <a:ext cx="512064" cy="512064"/>
          </a:xfrm>
          <a:prstGeom prst="ellipse">
            <a:avLst/>
          </a:prstGeom>
          <a:solidFill>
            <a:srgbClr val="1220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5016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88652" y="274320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88652" y="3456432"/>
            <a:ext cx="17647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prefix, resolved name and service profile combined into a provisional classification. HTML, PDF, CSV, JSON, log.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" y="5349240"/>
            <a:ext cx="11237976" cy="777240"/>
          </a:xfrm>
          <a:prstGeom prst="roundRect">
            <a:avLst>
              <a:gd name="adj" fmla="val 7059"/>
            </a:avLst>
          </a:prstGeom>
          <a:solidFill>
            <a:srgbClr val="E2F0ED"/>
          </a:solidFill>
          <a:ln w="12700">
            <a:solidFill>
              <a:srgbClr val="BED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" y="5440680"/>
            <a:ext cx="10689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evidential, not authoritative. No authenticated fingerprinting is performed — the tool reports the observations an identity may be inferred from, and Slide 9 shows what happens when that inference is wrong.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tooling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rather than off-the-shelf, so the output format is identical on both platforms.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 5.1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module dependencies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defects fixed during development, four of them PowerShell 5.1 type semantics rather than logic: null gateway dereference, signed-mask conversion, async task type mismatch, nested result object, empty-array parameter fault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 3.2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to POSIX constructs — no associative arrays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from sequential to concurrent probing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reporting defect: multicast and broadcast destinations were counted as hosts, inflating device totals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9834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1220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20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  →  27 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/24 sweep, after moving to concurrent probing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9834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5120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contract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report  ·  PDF  ·  CSV device inventory  ·  JSON  ·  run log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address. Two devices.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evidence was degenerate. Layer 2 evidence was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1C31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ON DOMAIN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  192.168.0.1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hwaddr    3C:6A:D2:XX:XX:XX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1C314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ON DOMAIN 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9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  192.168.0.1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9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hwaddr    24:2F:D0:XX:XX:XX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434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globally administered hardware addresses cannot belong to one interface.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vantage points were resolving the same Layer 3 address to two different physical devices — possible only across separate Layer 2 domains. Domain separation was established without changing anything in the environment, using evidence a Layer 3-only methodology discards.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vantage point saw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declared prefix, identical gateway address, materially different device populations.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from the Windows workstation and one Mac mini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     Gateway 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192.168.0.2     NAS interface LAN 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192.168.0.45    unidentified, randomized MAC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192.168.0.118   unidentified, persistent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192.168.0.135   Windows workstation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192.168.0.156   unidentified, randomized MAC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192.168.0.201   Mac mini, TCP 5000 open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from the second Mac 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     Gateway B, different hwaddr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192.168.0.8     Mac mini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192.168.0.52    unidentified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192.168.0.56    unidentified, ARP-only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192.168.0.107   unidentified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192.168.0.228   unidentified, TCP 80 open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192.168.0.242   NAS interface LAN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E2F0ED"/>
          </a:solidFill>
          <a:ln w="12700">
            <a:solidFill>
              <a:srgbClr val="BE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4406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addresses — .0.2 and .0.242 — presented identical service profiles with hardware addresses differing only in the terminal octet: two NICs on one chassis, assigned consecutively at manufacture. The NAS was in both overlapping domains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hypothesis that was wrong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here because the correction is itself a result of the method.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0060" y="19202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DDE4EA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380" y="2148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4380" y="254203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192.168.0.201 responded on TCP 5000 — the storage vendor's unencrypted management port.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18788" y="28803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20540" y="19202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BEEE0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4860" y="2148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94860" y="254203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a second storage appliance. A single weak signal, promoted to an identity.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59268" y="28803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61020" y="19202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E2F0ED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5340" y="2148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35340" y="254203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run from that host established it as a Mac mini running an unrelated service on the same port.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stays in the report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983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concrete demonstration of why a service profile must not be promoted to a device identity.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was produced by the multi-vantage-point method, not in spite of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assessment that reports only its confirmed conclusions overstates its own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constraints, and the candidate designs each one eliminated.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578608"/>
            <a:ext cx="420624" cy="420624"/>
          </a:xfrm>
          <a:prstGeom prst="ellipse">
            <a:avLst/>
          </a:prstGeom>
          <a:solidFill>
            <a:srgbClr val="E2F0ED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4505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upstream services remain independent and in use — consolidation was out of scope.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456432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3749040"/>
            <a:ext cx="420624" cy="420624"/>
          </a:xfrm>
          <a:prstGeom prst="ellipse">
            <a:avLst/>
          </a:prstGeom>
          <a:solidFill>
            <a:srgbClr val="E2F0ED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36210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NAS remains reachable from both domains at line rate, which excludes routing NAS traffic through a gateway.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626864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4919472"/>
            <a:ext cx="420624" cy="420624"/>
          </a:xfrm>
          <a:prstGeom prst="ellipse">
            <a:avLst/>
          </a:prstGeom>
          <a:solidFill>
            <a:srgbClr val="E2F0E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4919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4791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 path is created between the domains — each carries its own untrusted upstream.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Designs rejected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BEEE0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domains through the NAS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670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exactly the transit path constraint 3 prohibits, and puts a storage appliance in a forwarding role it was not built for.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456432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BEEE0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the two NAS interfaces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the interfaces terminate on different switches in different domains, and aggregation requires a single logical peer.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626864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BEEE0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DHCP on one gateway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5010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fix where a second router is an access point. Inapplicable here: each gateway serves its own upstream and must issue leases.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prefixes. The physical topology is unchanged.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4937760" cy="3017520"/>
          </a:xfrm>
          <a:prstGeom prst="roundRect">
            <a:avLst>
              <a:gd name="adj" fmla="val 1818"/>
            </a:avLst>
          </a:prstGeom>
          <a:solidFill>
            <a:srgbClr val="FBEEE0"/>
          </a:solidFill>
          <a:ln w="12700">
            <a:solidFill>
              <a:srgbClr val="E8C9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A    192.168.0.1/24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1    192.168.0.2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9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B    192.168.0.1/24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97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2    192.168.0.242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3108960"/>
            <a:ext cx="731520" cy="457200"/>
          </a:xfrm>
          <a:prstGeom prst="rightArrow">
            <a:avLst/>
          </a:prstGeom>
          <a:solidFill>
            <a:srgbClr val="13746A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874520"/>
            <a:ext cx="4937760" cy="3017520"/>
          </a:xfrm>
          <a:prstGeom prst="roundRect">
            <a:avLst>
              <a:gd name="adj" fmla="val 1818"/>
            </a:avLst>
          </a:prstGeom>
          <a:solidFill>
            <a:srgbClr val="E2F0ED"/>
          </a:solidFill>
          <a:ln w="12700">
            <a:solidFill>
              <a:srgbClr val="BED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2487168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A    192.168.0.1/24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1    192.168.0.2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37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B    192.168.20.1/24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37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 LAN 2    192.168.20.2  (static)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507492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5193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default route retained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" y="54681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NAS interface on Domain B was deliberately left without a gateway, leaving Domain A as the appliance's only default route.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507492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5193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untouched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99432" y="54681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PPPoE credentials and NAT behaviour on Gateway B were not modified.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507492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5193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transient outage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48472" y="54681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DHCP lease left the Domain B client asserting a retired prefix across a working link. Shorten lease time before a planned readdressing.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Reachability, service availability — and the deliberate absence of transit.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03504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7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tests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1832" y="2505456"/>
            <a:ext cx="219456" cy="219456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50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gateway and each NAS interface answers echo requests from within its own domain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1832" y="3072384"/>
            <a:ext cx="219456" cy="219456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management confirmed over HTTPS 5001 from both domains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639312"/>
            <a:ext cx="219456" cy="219456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584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mounts re-established from both domains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1832" y="4206240"/>
            <a:ext cx="219456" cy="219456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1513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reachability confirmed independently on each service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1832" y="4773168"/>
            <a:ext cx="219456" cy="219456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7183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confirmed issuing from the correct scope on each gateway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4526280" cy="3703320"/>
          </a:xfrm>
          <a:prstGeom prst="roundRect">
            <a:avLst>
              <a:gd name="adj" fmla="val 1481"/>
            </a:avLst>
          </a:prstGeom>
          <a:solidFill>
            <a:srgbClr val="1220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negative 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2468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on Domain A remain unable to reach hosts on Domain B, and the converse.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0920" y="33375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intended outcome. The remediation resolves address ambiguity; it does not — and should not — establish inter-domain connectivity. Conflating the two objectives is the common error in this scenario, so verifying that transit is absent is as much a part of validation as verifying that services are reachable.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qualitative and reflect a residential threat model.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56816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FBEE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56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Unidentified hosts on both domains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against gateway client tables; deny anything unaccounted for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478024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51760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F3EDE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45920" y="247802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management port reachable on the NAS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47802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HTTPS 5001; disable the plaintext listener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72968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46704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F3EDE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467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317296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host-level firewall policy on the NAS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only 192.168.0.0/24 and 192.168.20.0/24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867912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41648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F3EDE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416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45920" y="386791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administrative access; default admin account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3867912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 second factor; disable the built-in account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562856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73659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F3EDE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36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45920" y="456285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segmentation for IoT and guest endpoints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562856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on a guest SSID and deny it access to 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5257800"/>
            <a:ext cx="109728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431536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ED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4315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45920" y="525780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SMB dialect not explicitly disabled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525780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an SMB2/SMB3 minimum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7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Unidentified hosts rate highest not because any one of them is known to be hostile, but because an environment whose administrator cannot enumerate what is attached cannot support any access-control assertion at all.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assessment cannot see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as a result, not as a footnote.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2996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ICMP suppression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395728"/>
            <a:ext cx="4901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that discard echo requests are invisible to the sweep and are recovered only if they appear in the ARP cache. A fourth workstation in this environment produced a full host diagnostic yet appeared in no inventory — powered down, firewalled, or on an unscanned domain. Unresolved.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202996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sampling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7688" y="2395728"/>
            <a:ext cx="4901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inventory is one observation. Devices asleep, disconnected, or in a wireless power-saving state during the sweep are absent by construction. No longitudinal collection was performed.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427024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randomization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4636008"/>
            <a:ext cx="4901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administered hardware addresses defeat vendor attribution and are not stable across associations, so a randomizing device cannot be tracked between inventories by MAC.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40690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427024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artifacts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7688" y="4636008"/>
            <a:ext cx="4901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macOS implementation counted multicast and broadcast destinations among its responders, inflating every published device total from that build. A filter defect, not a discovery defect — but it affects the numbers.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classification is evidential throughout: inferred from hardware prefix, resolved name and service profile, none of which is authoritative.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 of value.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11096"/>
            <a:ext cx="457200" cy="457200"/>
          </a:xfrm>
          <a:prstGeom prst="ellipse">
            <a:avLst/>
          </a:prstGeom>
          <a:solidFill>
            <a:srgbClr val="13746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379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Post-remediation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23560" y="18379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both implementations and diff against the pre-change baseline. Domain B client addresses were reassigned by DHCP and are not derivable from their old values.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779776"/>
            <a:ext cx="457200" cy="457200"/>
          </a:xfrm>
          <a:prstGeom prst="ellipse">
            <a:avLst/>
          </a:prstGeom>
          <a:solidFill>
            <a:srgbClr val="DDE4E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06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every unidentified host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270662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remaining unknowns against each gateway's own client 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DDE4E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reservations for infrastructure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357530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address plan is documented in the DHCP configuration itself rather than in a diagram.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rgbClr val="DDE4E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4439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switch and VLAN segmentation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444398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capability the current unmanaged Layer 2 distribution cannot provide.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5385816"/>
            <a:ext cx="457200" cy="457200"/>
          </a:xfrm>
          <a:prstGeom prst="ellipse">
            <a:avLst/>
          </a:prstGeom>
          <a:solidFill>
            <a:srgbClr val="DDE4E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312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and availability monitoring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531266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point-in-time inventory into a continuous one.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private addresses observed from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vantage points carry no implication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identical devices.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3931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reverse inference — treating a shared prefix as evidence of a shared domain — is unsound anywhere more than one gateway may exist. Where Layer 3 evidence is degenerate, Layer 2 evidence remains discriminating; a discovery tool that discards hardware-address data forfeits its ability to detect this entire class of defect.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C31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6235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Dual-ISP Network Assessment and Subnet Remediation  ·  Vijaysingh Puwar  ·  Full write-up available as an IEEE-format technical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Dual-ISP Network Assessment and Subnet Remediation</dc:title>
  <dc:subject>PptxGenJS Presentation</dc:subject>
  <dc:creator>Vijaysingh Puwar</dc:creator>
  <cp:lastModifiedBy>Vijaysingh Puwar</cp:lastModifiedBy>
  <cp:revision>1</cp:revision>
  <dcterms:created xsi:type="dcterms:W3CDTF">2026-07-26T09:22:30Z</dcterms:created>
  <dcterms:modified xsi:type="dcterms:W3CDTF">2026-07-26T09:22:30Z</dcterms:modified>
</cp:coreProperties>
</file>